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50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1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252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1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5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29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0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95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9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985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99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04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476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342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209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92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1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Face Recognition-based Attendance using Python, OpenCV, and </a:t>
            </a:r>
            <a:r>
              <a:rPr dirty="0" err="1"/>
              <a:t>Tkinter</a:t>
            </a:r>
            <a:endParaRPr lang="en-US" dirty="0"/>
          </a:p>
          <a:p>
            <a:r>
              <a:rPr lang="en-IN" dirty="0"/>
              <a:t>By: </a:t>
            </a:r>
            <a:r>
              <a:rPr lang="en-IN"/>
              <a:t>Sandhya Sharma, Sai Shashank Narang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Introduction &amp; Objective</a:t>
            </a:r>
          </a:p>
          <a:p>
            <a:r>
              <a:t>System Architecture</a:t>
            </a:r>
          </a:p>
          <a:p>
            <a:r>
              <a:t>Key Components</a:t>
            </a:r>
          </a:p>
          <a:p>
            <a:r>
              <a:t>Workflow &amp; GUI</a:t>
            </a:r>
          </a:p>
          <a:p>
            <a:r>
              <a:t>Demonstration</a:t>
            </a:r>
          </a:p>
          <a:p>
            <a:r>
              <a:t>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 of labeled face images</a:t>
            </a:r>
          </a:p>
          <a:p>
            <a:r>
              <a:t>Face encoding module (pre-trained model)</a:t>
            </a:r>
          </a:p>
          <a:p>
            <a:r>
              <a:t>Tkinter GUI for interaction</a:t>
            </a:r>
          </a:p>
          <a:p>
            <a:r>
              <a:t>OpenCV for real-time capture</a:t>
            </a:r>
          </a:p>
          <a:p>
            <a:r>
              <a:t>CSV logging for attendance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face_recognition library (dlib-based embedding)</a:t>
            </a:r>
          </a:p>
          <a:p>
            <a:r>
              <a:t>Tkinter for Simulated &amp; Real Webcam GUIs</a:t>
            </a:r>
          </a:p>
          <a:p>
            <a:r>
              <a:t>Pandas for CSV handling</a:t>
            </a:r>
          </a:p>
          <a:p>
            <a:r>
              <a:t>OpenCV for image capture and annotation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&amp;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Load or compute face encodings with progress bar</a:t>
            </a:r>
          </a:p>
          <a:p>
            <a:r>
              <a:t>Launch mode selector: Simulated vs Real webcam</a:t>
            </a:r>
          </a:p>
          <a:p>
            <a:r>
              <a:t>Simulated: choose person / insert image</a:t>
            </a:r>
          </a:p>
          <a:p>
            <a:r>
              <a:t>Real: single-frame capture and recognition</a:t>
            </a:r>
          </a:p>
          <a:p>
            <a:r>
              <a:t>Attendance logged to CSV with 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Batch accuracy testing and reporting</a:t>
            </a:r>
          </a:p>
          <a:p>
            <a:r>
              <a:t>Threshold tuning and feedback</a:t>
            </a:r>
          </a:p>
          <a:p>
            <a:r>
              <a:t>Role-based access &amp; export options</a:t>
            </a:r>
          </a:p>
          <a:p>
            <a:r>
              <a:t>Web-based interface (Flask/Django)</a:t>
            </a:r>
          </a:p>
          <a:p>
            <a:r>
              <a:t>Cloud-based encoding storage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153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Smart Attendance System</vt:lpstr>
      <vt:lpstr>Agenda</vt:lpstr>
      <vt:lpstr>System Architecture</vt:lpstr>
      <vt:lpstr>Key Components</vt:lpstr>
      <vt:lpstr>Workflow &amp; GUI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Sai Shashank Narang</cp:lastModifiedBy>
  <cp:revision>3</cp:revision>
  <dcterms:created xsi:type="dcterms:W3CDTF">2013-01-27T09:14:16Z</dcterms:created>
  <dcterms:modified xsi:type="dcterms:W3CDTF">2025-04-24T08:46:42Z</dcterms:modified>
  <cp:category/>
</cp:coreProperties>
</file>